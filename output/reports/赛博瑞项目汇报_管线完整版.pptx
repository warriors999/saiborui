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C4962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赛博瑞 Saiborui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AI驱动的内容工厂 · 数据到视频的全自动管线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内部技术汇报  |  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赛博瑞是什么 · 为什么需要 · 现状如何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赛博瑞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是面向短视频创作者（抖音/B站科技测评赛道）的AI全栈内容生产系统。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从一份产品Brief到成品分镜表，全流程AI自动化。让一个创作者拥有一个专业视频团队的产出能力。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模块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56032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10,732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 chunks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6032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59/59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836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自动化测试通过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产品品类覆盖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74904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43篇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结构化Wiki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74904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14项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质量审计检查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749040"/>
            <a:ext cx="182880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58368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Git提交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管线全景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7大模块 · 端到端自动化 · 知识复利增长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03120"/>
            <a:ext cx="1143000" cy="868680"/>
          </a:xfrm>
          <a:prstGeom prst="rect">
            <a:avLst/>
          </a:prstGeom>
          <a:solidFill>
            <a:srgbClr val="3A6B8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62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19072" y="2103120"/>
            <a:ext cx="1143000" cy="868680"/>
          </a:xfrm>
          <a:prstGeom prst="rect">
            <a:avLst/>
          </a:prstGeom>
          <a:solidFill>
            <a:srgbClr val="5B5E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62072" y="2286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62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18104" y="2103120"/>
            <a:ext cx="1143000" cy="868680"/>
          </a:xfrm>
          <a:prstGeom prst="rect">
            <a:avLst/>
          </a:prstGeom>
          <a:solidFill>
            <a:srgbClr val="C0605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18104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61104" y="2286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62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17136" y="2103120"/>
            <a:ext cx="1143000" cy="868680"/>
          </a:xfrm>
          <a:prstGeom prst="rect">
            <a:avLst/>
          </a:prstGeom>
          <a:solidFill>
            <a:srgbClr val="C4962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17136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0136" y="2286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62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16168" y="2103120"/>
            <a:ext cx="1143000" cy="86868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16168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分镜与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59168" y="2286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62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2103120"/>
            <a:ext cx="1143000" cy="868680"/>
          </a:xfrm>
          <a:prstGeom prst="rect">
            <a:avLst/>
          </a:prstGeom>
          <a:solidFill>
            <a:srgbClr val="2D6A6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21945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竞品学习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Brief解析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选题日报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产品信息提取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19072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向量库检索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Wiki知识注入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数据反哺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18104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4风格×5格式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×9品类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12条写作铁律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17136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14项自动审计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AutoFix 3轮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评分卡+AI点映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6168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9列xlsx分镜表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SVG灯位图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Docx脚本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0" y="3200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B站+抖音双平台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全云端分析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Wiki自动编译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58200" y="4480560"/>
            <a:ext cx="3200400" cy="0"/>
          </a:xfrm>
          <a:prstGeom prst="line">
            <a:avLst/>
          </a:prstGeom>
          <a:noFill/>
          <a:ln w="19050">
            <a:solidFill>
              <a:srgbClr val="C4962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数据分析反哺 → 持续优化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7大管线模块 · 全云端零本地推理 · 知识复利增长引擎 · 14个CLI命令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输入与意图分析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从自然语言Brief到结构化创作指令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Brief自然语言解析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产品名、品类、卖点、竞品智能提取。支持非结构化文本输入，自动识别关键信息维度。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选题日报自动生成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9品类趋势感知 + 热点捕捉。每日自动推荐高潜力选题方向。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封面方向预生成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74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封面前置策略——文案围绕封面展开。确保标题、封面、内容三位一体。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内置种子数据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15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3篇高质量示例脚本 + examples/目录。一键运行 saiborui init 即可初始化。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知识检索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检索增强生成 — 让AI拥有D先生的写作记忆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静态知识库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170篇历史脚本 → 568个向量chunk → ChromaDB + BGE-Large-Zh。400字/chunk, 60字overlap。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 + 智能去重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同源文档最多匹配2条。定稿版本优先。自动排除草稿和修订版。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竞品Wiki注入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74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43篇结构化方法论文档。每次生成自动注入System Prompt，提供品类特定的创作指导。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Analytics数据反哺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15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历史表现数据 → 风格一致性约束。品类画像规则自动注入生成指令。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待完善: writing/和shooting/两个知识域目录为空，共6篇Wiki待创建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脚本生成引擎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 · 4风格×5格式×9品类 · 12条铁律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 (OpenAI兼容协议)。目标输出800-1200字/篇，支持实验模式(高创意温度)。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4种写作风格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硬核数码评测 · 设计美学 · 游戏极客 · 参数专家。每种人设有独立的Prompt配置和风格约束。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5种脚本格式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评测体(review) · 榜单体(tierlist) · 对比体(comparison) · HKRR · HAMD。每种格式有独立的段落模板。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9大品类覆盖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键盘 · 鼠标 · 显示器 · GPU · 笔记本 · 耳机 · 手机 · 桌椅 · 音箱。每个品类有专属的上下文注入。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12条写作铁律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全Prompt内置，每篇强制遵循。涵盖口语化、体验优先、态度密度、长短句节奏、禁用词等维度。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Meme梗引擎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品类 × 产品 × 卖点 → 最佳梗匹配。无匹配时fallback到人设定制开场白。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质量关卡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14项自动审计 · AutoFix 3轮自修复 · 不合格不交付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14项自动审计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禁用词检测 · 电商味检测 · 参数堆砌检测 · 态度密度 · 长短句节奏 · 价格检测 · 拉踩检测 · 口语化程度等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Auto-Fix句级结构重写器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最长3轮自我修复。针对性修复电商味、态度密度不足、长短句节奏不均等问题。不合格不交付。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三板块统一评分卡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起始(钩子+悬念) · 中程(信息密度+节奏) · 结尾(CTA+记忆点)。可视化分数卡，CLI和Dashboard均可展示。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AI点映团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模拟3类观众(硬核粉/路人/竞品粉)的实时反应。在发布前预判内容的传播效果和争议点。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Douyin合规过滤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自动检测并替换平台违禁词。绝对化用语、夸大宣传、敏感词一键过滤。保障过审率。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分镜与输出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从脚本到可执行的拍摄方案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9列xlsx专业分镜表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镜号/景别/运镜/角度/时长/转场/画面描述/口播/花字+音效+灯光+机位+备注。每镜独立可执行。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SVG灯位示意图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resvg渲染 → PNG高清图 → 嵌入xlsx分镜表。关键镜标注主灯、辅灯、色温、机位。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运镜占比强制约束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固定镜头≤40%、≥5种运镜类型。超过阈值自动上下文替换。保障成片视觉节奏。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Docx专业排版脚本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封面/简介/正文/花字/签名全格式。支持一键导出Word，直接交付拍摄团队。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产品文件夹自动归档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一个产品一个目录。脚本docx + 分镜表xlsx + 灯位图SVG/PNG。时间戳防重名。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竞品学习闭环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Bilibili + Douyin 双平台 · 全云端零本地推理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双平台搜索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B站WBI签名搜索 + 抖音品类Top24。支持8个品类×3个视频/品类的批量采集。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全云端处理流水线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yt-dlp下载 → Whisper/Gemini转写 → OpenCV+VLM关键帧分析 → librosa音频节奏推断。零本地GPU。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四维度深度解读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LLM分析钩子模式、剪辑节奏、态度密度、视觉手法。每次分析产出结构化报告。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Wiki编译器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Karpathy式知识蒸馏——可复用方法论提取、反模式标记、跨品类通用技巧自动归纳。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双模式支持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全量模式(run_pipeline): 视频下载+全维度分析。轻量模式(run_pipeline_light): 仅转录+分析，带宽友好。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数据分析体系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从管线事件追踪到真实播放数据反哺的完整闭环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087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508760" cy="45720"/>
          </a:xfrm>
          <a:prstGeom prst="rect">
            <a:avLst/>
          </a:prstGeom>
          <a:solidFill>
            <a:srgbClr val="C496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管线事件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362456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每次generate/audit/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storyboard自动记日志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analytics_events.jsonl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6596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62C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5087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417320"/>
            <a:ext cx="1508760" cy="45720"/>
          </a:xfrm>
          <a:prstGeom prst="rect">
            <a:avLst/>
          </a:prstGeom>
          <a:solidFill>
            <a:srgbClr val="C4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5727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视频表现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057400"/>
            <a:ext cx="1362456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支持抖音创作者后台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xlsx直接导入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31条视频已入库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62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417320"/>
            <a:ext cx="15087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417320"/>
            <a:ext cx="1508760" cy="45720"/>
          </a:xfrm>
          <a:prstGeom prst="rect">
            <a:avLst/>
          </a:prstGeom>
          <a:solidFill>
            <a:srgbClr val="C4962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5727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脚本↔视频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智能匹配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057400"/>
            <a:ext cx="1362456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产品名+时间窗口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三级匹配策略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待积累配对数据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924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62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417320"/>
            <a:ext cx="15087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417320"/>
            <a:ext cx="150876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5727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多维评分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2057400"/>
            <a:ext cx="1362456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reach+retention+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engagement+hook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四维综合评分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962C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1417320"/>
            <a:ext cx="150876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417320"/>
            <a:ext cx="150876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5727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品类画像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规则注入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057400"/>
            <a:ext cx="1362456" cy="8686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真实播放数据反推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自动调整System Prompt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分析→策略→改进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3383280"/>
            <a:ext cx="8046720" cy="4572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数据分析模块: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~760行 (performance_tracker.py + category_profiles.py)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CLI命令: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saiborui analytics / performance import|analyze|learn / match / profiles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数据导入和评分工具体系已完成，品类规则注入已接线。需积累管线配对数据(脚本↔视频)≥20对后，启用Direction-B权重学习和动态品类画像。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技术栈与规模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全栈Python · 云端优先 · 充分测试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9202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19202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19202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417320"/>
            <a:ext cx="19202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BGE-Large-Zh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92808"/>
            <a:ext cx="1920240" cy="384048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892808"/>
            <a:ext cx="1920240" cy="384048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/ xlrd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92808"/>
            <a:ext cx="1920240" cy="384048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892808"/>
            <a:ext cx="1920240" cy="384048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368296"/>
            <a:ext cx="192024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/ Gemini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2368296"/>
            <a:ext cx="192024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/ GLM-4V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68296"/>
            <a:ext cx="192024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/ ffmpeg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368296"/>
            <a:ext cx="192024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/ Node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规模数字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10,732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Python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383280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65176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65176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个模块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59/59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5488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383280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43篇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5800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 Wiki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041648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71次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48640" y="4389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提交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51760" y="4041648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5176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14个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651760" y="4389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命令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041648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5488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32篇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754880" y="4389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品类 Wiki (8×4)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0" y="4041648"/>
            <a:ext cx="1920240" cy="5486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5800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11个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858000" y="4389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知识域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当前状态与后续规划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进行中 · Q3计划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核心生成管线 (Brief→脚本→分镜) 完整可用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B站竞品分析管线完整，支持全量和轻量模式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51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14项质量审计 + AutoFix 3轮闭环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35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数据分析体系接线 (视频导入→评分→规则注入)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59/59 自动化测试全部通过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进行中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91440" cy="91440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抖音竞品管线开发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91440" cy="91440"/>
          </a:xfrm>
          <a:prstGeom prst="ellipse">
            <a:avLst/>
          </a:prstGeom>
          <a:solidFill>
            <a:srgbClr val="C4962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数据分析闭环需要积累配对数据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后续规划 (2026 Q3)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82296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数据积累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840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管线配对数据≥20对 → 启用Direction-B权重学习。品类画像从静态规则升级为动态统计模型。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82296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51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知识完善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06040" y="42519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writing/和shooting/知识域Wiki填充(6篇)。抖音竞品管线完成开发并接入闭环。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82296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663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08760" y="4663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闭环优化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4663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视频表现 vs 脚本特征的因果分析报告。基于真实ROI数据自动调整生成策略权重。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Saiborui · AI驱动的内容工厂</dc:title>
  <dc:subject>PptxGenJS Presentation</dc:subject>
  <dc:creator>D先生</dc:creator>
  <cp:lastModifiedBy>D先生</cp:lastModifiedBy>
  <cp:revision>1</cp:revision>
  <dcterms:created xsi:type="dcterms:W3CDTF">2026-06-03T16:47:22Z</dcterms:created>
  <dcterms:modified xsi:type="dcterms:W3CDTF">2026-06-03T16:47:22Z</dcterms:modified>
</cp:coreProperties>
</file>