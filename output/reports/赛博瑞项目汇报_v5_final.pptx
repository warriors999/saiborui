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97280"/>
            <a:ext cx="54864" cy="22860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0972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 博 瑞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数据驱动内容工厂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2697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起始·选题  →  中程·生产  →  结尾·反馈   全链路闭环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3246120"/>
            <a:ext cx="3200400" cy="228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  |  70 提交  |  41 模块  |  11,400 行  |  MIT 开源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590288"/>
            <a:ext cx="1216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github.com/Warriors999/saiborui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起始 → 中程 → 结尾  全链路闭环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三板块评分卡 — 每个环节可量化、可追溯、可优化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566160" cy="3429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356616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起始: 选题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901952"/>
            <a:ext cx="3108960" cy="777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019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6维评分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热度 · 信息差 · 争议性 · 人设匹配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实操性 · 差异化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163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AI 选题日报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31363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7238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13种子话题 × 6维评分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39242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2841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柱子哥方法论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844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多源热点聚合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4160520"/>
            <a:ext cx="31089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1605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选题通过率 ≥70%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1280160"/>
            <a:ext cx="3566160" cy="3429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1280160"/>
            <a:ext cx="356616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中程: 生产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43400" y="1901952"/>
            <a:ext cx="3108960" cy="777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19019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15项审核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口语化 · 电商味 · 态度密度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长短句 · 卖点覆盖 · 禁用词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信息搬运检测 · 口播时长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28803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28163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Brief解析 → 文案生成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89120" y="31363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07238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4人设 × 5格式 × 12铁律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339242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332841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15项审核 + auto-fix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0" y="364845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35844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Docx定稿 + 分镜XLSX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390448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384048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resvg SVG→PNG 灯位嵌入xlsx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43400" y="4160520"/>
            <a:ext cx="310896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41605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质量关卡 ≥8/11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63840" y="1280160"/>
            <a:ext cx="3566160" cy="3429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0" y="1280160"/>
            <a:ext cx="35661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80924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结尾: 反馈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92440" y="1901952"/>
            <a:ext cx="3108960" cy="7772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19019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数据闭环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评分可视化 · 审计分析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人设×品类效能 · 知识复利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38160" y="28803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8366760" y="28163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评分可视化 Scorecard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38160" y="31363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8366760" y="307238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数据洞察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38160" y="339242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8366760" y="332841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反推文案/剪辑/拍摄改进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138160" y="364845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8366760" y="35844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人设×品类效能矩阵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138160" y="390448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8366760" y="384048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568 chunks 知识复利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92440" y="4160520"/>
            <a:ext cx="310896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8092440" y="41605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 568 chunks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959352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754112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0" y="4709160"/>
            <a:ext cx="1216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赛博瑞 · 起始→中程→结尾  |  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短视频创作的四个痛点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不是替代创作者，而是让创作者不再把时间花在重复劳动上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选题靠刷手机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每天花 2 小时刷视频找灵感，看到什么做什么，没有系统方法论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572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1325880"/>
            <a:ext cx="539496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63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13232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写稿靠熬夜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一篇 3 分钟脚本写 4-6 小时，修改多轮甲方不满意，反复返工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4572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926080"/>
            <a:ext cx="539496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632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审稿靠感觉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520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口语化？节奏？电商味？全凭个人经验，没有量化标准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4572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2926080"/>
            <a:ext cx="539496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0632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13232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分镜靠经验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3520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景别、运镜、灯位、时长全靠脑补，拍摄现场才发现不对，临时重来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4572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4709160"/>
            <a:ext cx="1216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赛博瑞 · 起始→中程→结尾  |  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中程: 全链路 AI 自动化管线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扔一个产品 Brief  →  自动出可直接拍摄的脚本和分镜（含灯位示意图）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4173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" y="1371600"/>
            <a:ext cx="475488" cy="47548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" y="1371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0195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选题日报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73352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多源聚合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0" y="1280160"/>
            <a:ext cx="14173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99716" y="1371600"/>
            <a:ext cx="475488" cy="47548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2299716" y="1371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74520" y="190195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解析Brief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27832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3317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卖点提取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0" y="1280160"/>
            <a:ext cx="14173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54196" y="1371600"/>
            <a:ext cx="475488" cy="47548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3854196" y="1371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190195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4×5格式生成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82312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23317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12铁律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37760" y="1280160"/>
            <a:ext cx="14173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08676" y="1371600"/>
            <a:ext cx="475488" cy="47548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4" name="Text 22"/>
          <p:cNvSpPr/>
          <p:nvPr/>
        </p:nvSpPr>
        <p:spPr>
          <a:xfrm>
            <a:off x="5408676" y="1371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190195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15项审核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36792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3317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5轮修复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80160"/>
            <a:ext cx="14173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63156" y="1371600"/>
            <a:ext cx="475488" cy="47548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0" name="Text 28"/>
          <p:cNvSpPr/>
          <p:nvPr/>
        </p:nvSpPr>
        <p:spPr>
          <a:xfrm>
            <a:off x="6963156" y="1371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190195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Word定稿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91272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23317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花字分离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46720" y="1280160"/>
            <a:ext cx="14173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17636" y="1371600"/>
            <a:ext cx="475488" cy="47548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6" name="Text 34"/>
          <p:cNvSpPr/>
          <p:nvPr/>
        </p:nvSpPr>
        <p:spPr>
          <a:xfrm>
            <a:off x="8517636" y="1371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92440" y="190195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分镜XLSX+SVG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445752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46720" y="23317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10灯位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601200" y="1280160"/>
            <a:ext cx="1417320" cy="1005840"/>
          </a:xfrm>
          <a:prstGeom prst="rect">
            <a:avLst/>
          </a:prstGeom>
          <a:solidFill>
            <a:srgbClr val="D1FAE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72116" y="1371600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0072116" y="1371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646920" y="190195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resvg SVG→PNG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601200" y="23317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嵌入xlsx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063240"/>
            <a:ext cx="17830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09067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274320" y="34564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Brief→定稿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40280" y="3063240"/>
            <a:ext cx="17830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40280" y="309067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14条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240280" y="34564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命令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206240" y="3063240"/>
            <a:ext cx="17830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06240" y="309067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8/11+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4206240" y="34564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质量关卡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72200" y="3063240"/>
            <a:ext cx="17830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72200" y="309067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5轮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172200" y="34564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自动修复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138160" y="3063240"/>
            <a:ext cx="17830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38160" y="309067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3视角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8138160" y="34564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AI点映团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104120" y="3063240"/>
            <a:ext cx="17830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104120" y="309067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resvg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0104120" y="34564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灯位图嵌入xlsx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74320" y="4069080"/>
            <a:ext cx="1161288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4069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resvg SVG→PNG 灯位图高清渲染 → 自动嵌入 xlsx 分镜表 → 拍摄现场看图布光，所见即所得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0" y="4709160"/>
            <a:ext cx="1216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赛博瑞 · 起始→中程→结尾  |  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不是闭门造车 — 学习头部创作者方法论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5486400" cy="3566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54864" cy="35661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影视飓风 MediaStorm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160人 · 年营收过亿 · 4000万粉丝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1828800" cy="16459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35000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封面前置 — 先定封面再写内容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71576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概念片视觉对齐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08152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双轨制 normal/experimental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44728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HKRR + HAMD 创作框架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81304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剪辑节奏公式 8s/20s/2min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点映团 — 3视角审稿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051560"/>
            <a:ext cx="5486400" cy="3566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051560"/>
            <a:ext cx="54864" cy="35661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280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柱子哥 TzFilm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个人创作者 ·「信息不值钱，观点值钱」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2057400"/>
            <a:ext cx="1828800" cy="16459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235000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选题日报 — 多源热点 6维评分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271576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观点注入 — 参数→体验翻译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308152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信息搬运检测 &lt; 15% = 不合格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344728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工作流 CLAUDE+CODEX+REMOTION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381304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坚持真人出镜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709160"/>
            <a:ext cx="1216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赛博瑞 · 起始→中程→结尾  |  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核心能力矩阵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51560"/>
            <a:ext cx="2743200" cy="3429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27432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237744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种人设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91440" cy="914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折腾到吐 · 硬核实测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91440" cy="914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好设牛啊 · 设计美学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91440" cy="914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朋克 · 电竞燃向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91440" cy="914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超机懂 · 极客深度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82112" y="1051560"/>
            <a:ext cx="2743200" cy="3429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112" y="1051560"/>
            <a:ext cx="27432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3364992" y="1234440"/>
            <a:ext cx="237744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3364992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种格式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10712" y="192024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3639312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评测体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10712" y="242316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3639312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tierlist 榜单体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0712" y="292608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3639312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对比体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10712" y="342900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3639312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hkrr HKRR 框架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0712" y="393192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3639312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hamd HAMD 四步法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9904" y="1051560"/>
            <a:ext cx="2743200" cy="3429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9904" y="1051560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Shape 29"/>
          <p:cNvSpPr/>
          <p:nvPr/>
        </p:nvSpPr>
        <p:spPr>
          <a:xfrm>
            <a:off x="6272784" y="1234440"/>
            <a:ext cx="2377440" cy="4114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2" name="Text 30"/>
          <p:cNvSpPr/>
          <p:nvPr/>
        </p:nvSpPr>
        <p:spPr>
          <a:xfrm>
            <a:off x="6272784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条铁律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18504" y="19202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547104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口语化 / 体验主导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18504" y="24231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547104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态度先行 / 观点驱动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18504" y="292608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547104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剪辑节奏 / 封面注入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18504" y="342900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547104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禁词过滤 / 花字分离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18504" y="393192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547104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信息不值钱，观点值钱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997696" y="1051560"/>
            <a:ext cx="2743200" cy="3429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97696" y="105156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Shape 43"/>
          <p:cNvSpPr/>
          <p:nvPr/>
        </p:nvSpPr>
        <p:spPr>
          <a:xfrm>
            <a:off x="9180576" y="1234440"/>
            <a:ext cx="237744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6" name="Text 44"/>
          <p:cNvSpPr/>
          <p:nvPr/>
        </p:nvSpPr>
        <p:spPr>
          <a:xfrm>
            <a:off x="9180576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项审核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226296" y="19202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9454896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口语化 / 电商味 / 态度密度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226296" y="24231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9454896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长短句 / 卖点覆盖 / 禁用词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226296" y="29260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9454896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信息搬运 / 口播时长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226296" y="34290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9454896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质量关卡 ≥ 8/11 + auto-fix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226296" y="39319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9454896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resvg 灯位图高清嵌入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4709160"/>
            <a:ext cx="1216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赛博瑞 · 起始→中程→结尾  |  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结尾: 数据闭环 — 反推文案/剪辑/拍摄改进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每一次生成都在学习 — 不是一次性输出，是持续进化的系统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0372" y="1783080"/>
            <a:ext cx="2286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评分可视化 Scorecard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904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 6 维 · 文案 15 项 · 分镜 14 项 — 统一评分卡，彩色柱状图。只有高分的那一个胜出。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0" y="1234440"/>
            <a:ext cx="3200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统一评分卡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0372" y="2651760"/>
            <a:ext cx="2286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Insight 数据洞察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3591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 90 天审计日志 → 分析高频失败项 → 反推文案/剪辑/拍摄具体改进建议。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3200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103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 --insight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0372" y="3520440"/>
            <a:ext cx="2286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人设×品类交叉效能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2278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每个人设在各品类的通过率、字数分布、失败画像。数据驱动人设选择。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2971800"/>
            <a:ext cx="3200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2971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 --matrix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竞品学习 → Wiki 编译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40965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B站搜索 → Whisper → OpenCV/librosa → LLM 解读 → Karpathy 知识复利。568 chunks。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200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知识复利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709160"/>
            <a:ext cx="1216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赛博瑞 · 起始→中程→结尾  |  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工程数据一览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持续迭代 — 每一次 commit 都是对内容质量的追求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9748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269748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258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65860" y="2487168"/>
            <a:ext cx="914400" cy="1828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Shape 7"/>
          <p:cNvSpPr/>
          <p:nvPr/>
        </p:nvSpPr>
        <p:spPr>
          <a:xfrm>
            <a:off x="3136392" y="1143000"/>
            <a:ext cx="269748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36392" y="114300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136392" y="13258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11,400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136392" y="2103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 Python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27932" y="2487168"/>
            <a:ext cx="9144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5998464" y="1143000"/>
            <a:ext cx="269748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8464" y="1143000"/>
            <a:ext cx="2697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998464" y="13258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998464" y="2103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命令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90004" y="2487168"/>
            <a:ext cx="9144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8860536" y="1143000"/>
            <a:ext cx="269748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0536" y="1143000"/>
            <a:ext cx="2697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860536" y="13258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860536" y="2103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自动化测试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752076" y="2487168"/>
            <a:ext cx="914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108960"/>
            <a:ext cx="26974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108960"/>
            <a:ext cx="269748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2004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74320" y="3749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提交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36392" y="3108960"/>
            <a:ext cx="26974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36392" y="310896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3136392" y="32004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568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3136392" y="3749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 chunks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98464" y="3108960"/>
            <a:ext cx="5559552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交付物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72784" y="3566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26+  脚本定稿 (docx)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17+  分镜表 (xlsx+SVG+PNG)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72784" y="4114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 MIT 开源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709160"/>
            <a:ext cx="1216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赛博瑞 · 起始→中程→结尾  |  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现场演示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起始·选题  →  中程·生产  →  结尾·反馈  全链路一条命令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685800" cy="2926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2588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每日选题日报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多源热点聚合 → 6 维评分 → Top 5 推荐。自动给出选题理由和差异化角度。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412480" y="1188720"/>
            <a:ext cx="329184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188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topic-daily --focus tech -n 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685800" cy="2926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2588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秒从 Brief 到 Word 定稿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2860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扔产品 Brief → 自动解析 → 4人设×5格式 → 12铁律生成 → 15项审核+修复 → Word定稿 + 分镜Excel。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0" y="2057400"/>
            <a:ext cx="329184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057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--brief 产品资料.txt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68580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036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25880" y="2862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数据洞察 — 反推改进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31546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 90 天审计日志 → 分析高频失败项 → 输出具体改进建议。知道哪里不行，才知道怎么改。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0" y="2926080"/>
            <a:ext cx="3291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926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 --insight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6858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4904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25880" y="3730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人设 × 品类效能矩阵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0233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每个人设在各品类的通过率、字数分布、失败画像。用数据告诉你：这款产品该用谁的人设。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12480" y="3794760"/>
            <a:ext cx="329184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3794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 --matrix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709160"/>
            <a:ext cx="1216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赛博瑞 · 起始→中程→结尾  |  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负责信息，你负责态度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赛博瑞帮你把观点变成脚本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394960" y="2834640"/>
            <a:ext cx="1371600" cy="228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起始·选题  →  中程·生产  →  结尾·反馈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github.com/Warriors999/saiborui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 · MIT 开源 · 70 提交 · 41 模块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590288"/>
            <a:ext cx="12161520" cy="7315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赛博瑞 · 项目汇报 v5</dc:title>
  <dc:subject>PptxGenJS Presentation</dc:subject>
  <dc:creator>赛博涛 · 数据驱动内容工厂</dc:creator>
  <cp:lastModifiedBy>赛博涛 · 数据驱动内容工厂</cp:lastModifiedBy>
  <cp:revision>1</cp:revision>
  <dcterms:created xsi:type="dcterms:W3CDTF">2026-05-30T17:46:45Z</dcterms:created>
  <dcterms:modified xsi:type="dcterms:W3CDTF">2026-05-30T17:46:45Z</dcterms:modified>
</cp:coreProperties>
</file>