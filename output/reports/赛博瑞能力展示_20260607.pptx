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3601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spc="8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 博 瑞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914400" y="2743200"/>
            <a:ext cx="219456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01752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AI驱动的内容工厂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39319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给一份产品Brief  →  出一套拍摄脚本 + 分镜表  →  连今天拍什么都有选题建议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5943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2026.06.07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73152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输入一份产品Brief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0" y="11887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737360"/>
            <a:ext cx="3200400" cy="347472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737360"/>
            <a:ext cx="32004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口播脚本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27432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120秒抖音短视频文案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格式化工整.docx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花字+参数自动标注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人设风格一致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口语化、短平快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0个AI填充词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1737360"/>
            <a:ext cx="3200400" cy="347472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1737360"/>
            <a:ext cx="32004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94960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拍摄分镜表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09160" y="27432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10列专业分镜表.xlsx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33镜自动生成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灯位示意图嵌入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莫兰迪绿配色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A4横版打印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Seedance中文AI提示词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1737360"/>
            <a:ext cx="3200400" cy="347472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0" y="1737360"/>
            <a:ext cx="32004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961120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每日选题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75320" y="27432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5平台实时热搜聚合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话题评分+切入角度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HTML可视化看板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商单空档期内容建议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自动更新topics_seed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管线自动挂钩热点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0" y="5486400"/>
            <a:ext cx="3959352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0" y="5559552"/>
            <a:ext cx="3959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 → 成品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4114800" y="6053328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三步上手 · 全程自动化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能力一：口播脚本生成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给定产品Brief，自动产出符合抖音节奏、人设风格一致的拍摄脚本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202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微星X68K磁轴键盘/X7M鼠标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磁轴键盘卷到五百块了。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微星说：我卷点别的。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全铝CNC。1.8公斤。不是贴皮。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放桌上急停猛按，纹丝不动。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（花字：全铝CNC / 1880g）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然后你敲一下。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（放打字音 3秒）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Gasket加六层填充。不是空腔声。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是类石子闷响。干净。利落。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像三千块客制化才有的声音。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性能也没妥协。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0.01mm RT。全链0.471毫秒。8K回报率。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打瓦急停，手指刚抬，人已经定住了。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鼠标X7M。48克。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拿起来第一反应——空的？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PAW3950。定位不丢帧。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键盘全铝。声音干净。鼠标48克。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微星这套，不是价格战。是体验上来了。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0" y="1828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当前能力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0" y="228600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2286000"/>
            <a:ext cx="50292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32320" y="2468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review / tierlist / comparison / hkrr / hamd 五种脚本格式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2880360"/>
            <a:ext cx="4480560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匹配不同视频类型——单品评测、榜单排名、横评对比、痛点共鸣、设计美学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320040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0" y="3200400"/>
            <a:ext cx="50292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人设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132320" y="3383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4种人设风格——折腾到吐 / 好设牛啊 / 朋克 / 超机懂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3794760"/>
            <a:ext cx="4480560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每套人设有独立tone、词汇库、价格策略、钩子偏好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0" y="411480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4114800"/>
            <a:ext cx="50292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132320" y="42976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14项自动审计 + 3轮AutoFix + 违禁词过滤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0" y="4709160"/>
            <a:ext cx="4480560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表演式口语检测、价格合规、态度密度、信息搬运检测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0" y="502920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0" y="5029200"/>
            <a:ext cx="502920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5212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132320" y="5212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抖音平台违禁词自动替换 + 填充词后处理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83680" y="5623560"/>
            <a:ext cx="4480560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"独有"→"特有" "天花板"→"顶级水准" "包不后悔"→删除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能力二：拍摄分镜表生成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口播脚本自动拆解为逐镜拍摄清单，含灯光方案和AI视觉提示词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10列专业布局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67712"/>
            <a:ext cx="1024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镜号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47088" y="219456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1847088" y="2267712"/>
            <a:ext cx="1024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景别·运镜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62656" y="219456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2962656" y="2267712"/>
            <a:ext cx="1024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画面描述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78224" y="219456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078224" y="2267712"/>
            <a:ext cx="1024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AI视觉钩子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193792" y="219456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5193792" y="2267712"/>
            <a:ext cx="1024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口播文案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09360" y="219456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2267712"/>
            <a:ext cx="1024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时长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424928" y="219456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7424928" y="2267712"/>
            <a:ext cx="1024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花字/特效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540496" y="219456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8540496" y="2267712"/>
            <a:ext cx="1024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音效/声画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656064" y="219456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9656064" y="2267712"/>
            <a:ext cx="1024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灯光/机位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771632" y="219456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10771632" y="2267712"/>
            <a:ext cx="1024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1520" y="301752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" y="3017520"/>
            <a:ext cx="347472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灯位图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463040" y="3200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灯位示意图自动生成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4400" y="36118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SVG渲染→PNG嵌入xlsx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每个灯位标注主光角度/光比/机位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多镜共享灯位自动合并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480560" y="301752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32" name="Shape 30"/>
          <p:cNvSpPr/>
          <p:nvPr/>
        </p:nvSpPr>
        <p:spPr>
          <a:xfrm>
            <a:off x="4480560" y="3017520"/>
            <a:ext cx="3474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AI提示词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212080" y="3200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Seedance中文视频提示词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663440" y="36118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专业术语体系：景别·运镜·光影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最多3镜AI生成（开场+英雄+特殊）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智能运镜映射（支持复合运镜）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229600" y="301752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37" name="Shape 35"/>
          <p:cNvSpPr/>
          <p:nvPr/>
        </p:nvSpPr>
        <p:spPr>
          <a:xfrm>
            <a:off x="8229600" y="3017520"/>
            <a:ext cx="34747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841248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8961120" y="3200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莫兰迪绿配色方案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412480" y="36118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暖白底+灰绿交替行+强对比文字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hairline边框·A4横版打印优化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冻结表头+自动筛选+自适应行高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31520" y="48463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工作流：docx口播脚本 → parse_docx_script() → LLM逐镜拆解 → 可拍性审计 → AutoFix → .xlsx输出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31520" y="539496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43" name="Text 41"/>
          <p:cNvSpPr/>
          <p:nvPr/>
        </p:nvSpPr>
        <p:spPr>
          <a:xfrm>
            <a:off x="731520" y="546811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0.85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731520" y="59618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33镜/次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474720" y="539496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46" name="Text 44"/>
          <p:cNvSpPr/>
          <p:nvPr/>
        </p:nvSpPr>
        <p:spPr>
          <a:xfrm>
            <a:off x="3474720" y="546811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0.85</a:t>
            </a:r>
            <a:endParaRPr lang="en-US" sz="3200" dirty="0"/>
          </a:p>
        </p:txBody>
      </p:sp>
      <p:sp>
        <p:nvSpPr>
          <p:cNvPr id="47" name="Text 45"/>
          <p:cNvSpPr/>
          <p:nvPr/>
        </p:nvSpPr>
        <p:spPr>
          <a:xfrm>
            <a:off x="3474720" y="59618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Sheet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17920" y="539496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49" name="Text 47"/>
          <p:cNvSpPr/>
          <p:nvPr/>
        </p:nvSpPr>
        <p:spPr>
          <a:xfrm>
            <a:off x="6217920" y="546811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0.85</a:t>
            </a:r>
            <a:endParaRPr lang="en-US" sz="3200" dirty="0"/>
          </a:p>
        </p:txBody>
      </p:sp>
      <p:sp>
        <p:nvSpPr>
          <p:cNvPr id="50" name="Text 48"/>
          <p:cNvSpPr/>
          <p:nvPr/>
        </p:nvSpPr>
        <p:spPr>
          <a:xfrm>
            <a:off x="6217920" y="59618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11→10列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961120" y="539496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52" name="Text 50"/>
          <p:cNvSpPr/>
          <p:nvPr/>
        </p:nvSpPr>
        <p:spPr>
          <a:xfrm>
            <a:off x="8961120" y="546811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0.85</a:t>
            </a:r>
            <a:endParaRPr lang="en-US" sz="3200" dirty="0"/>
          </a:p>
        </p:txBody>
      </p:sp>
      <p:sp>
        <p:nvSpPr>
          <p:cNvPr id="53" name="Text 51"/>
          <p:cNvSpPr/>
          <p:nvPr/>
        </p:nvSpPr>
        <p:spPr>
          <a:xfrm>
            <a:off x="8961120" y="59618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Seedance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能力三：每日热点选题系统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每天早上自动聚合5平台热搜，AI筛选数码相关话题，多维度评分+切入角度建议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E6162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86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微博热搜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1760" y="219456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0066FF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2286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知乎热榜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219456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2932E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286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百度热搜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92240" y="219456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1E1E1E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286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抖音热点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412480" y="219456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FB7299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2286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B站热门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332720" y="219456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332720" y="2286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COMPUTEX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行业事件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20040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200400"/>
            <a:ext cx="347472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用途一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63040" y="3383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个人每日数码早报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379476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每天早上打开HTML看板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了解数码圈正在讨论什么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编辑报刊风格·Noto字体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评分+切入角度+难度评估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7天自动清理过期数据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80560" y="320040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1F5F9"/>
          </a:solidFill>
          <a:ln/>
        </p:spPr>
      </p:sp>
      <p:sp>
        <p:nvSpPr>
          <p:cNvPr id="24" name="Shape 22"/>
          <p:cNvSpPr/>
          <p:nvPr/>
        </p:nvSpPr>
        <p:spPr>
          <a:xfrm>
            <a:off x="4480560" y="3200400"/>
            <a:ext cx="3474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用途二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212080" y="3383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管线热点自动挂钩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63440" y="379476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选题种子文件自动更新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meme引擎读取种子→生成时匹配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键盘→"磁轴内卷到500元"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鼠标→"轻量化鼠标大横评"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相关性阈值过滤（品类关键词≥2）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29600" y="320040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1F5F9"/>
          </a:solidFill>
          <a:ln/>
        </p:spPr>
      </p:sp>
      <p:sp>
        <p:nvSpPr>
          <p:cNvPr id="29" name="Shape 27"/>
          <p:cNvSpPr/>
          <p:nvPr/>
        </p:nvSpPr>
        <p:spPr>
          <a:xfrm>
            <a:off x="8229600" y="3200400"/>
            <a:ext cx="34747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用途三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961120" y="3383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商单空档期内容生产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412480" y="379476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每日推荐选题+优先级星级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★爆款潜力 ★★值得做 ★可做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每种话题标注视频类型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实测/选购指南/深度解读/技巧教学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没有商单也能保持更新频率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" y="5577840"/>
            <a:ext cx="10698480" cy="54864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每天早上 8:57 自动运行 → 产出 .html 看板 + .md 报告 + topics_seed.txt → 7天自动清理 · 全流程无需人工干预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能力四：竞品学习与数据闭环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不是一次性生成——系统持续从竞品中学习，每次生成都比上一次更好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竞品分析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B站视频下载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转录+视觉分析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深度技术拆解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9184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57600" y="182880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1965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Wiki编译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23774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LLM知识蒸馏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品类wiki页面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钩子/节奏/拍摄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1792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583680" y="182880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965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生成注入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23774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25000字wiki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相关性提取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结构模式强制使用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509760" y="182880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1965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自学习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509760" y="23774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5次生成→编译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审计失败→修复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持续改进闭环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3474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当前知识库规模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1520" y="393192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0050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0.9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731520" y="44988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4个品类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0" y="393192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0" y="40050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0.9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3474720" y="44988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24660字/次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393192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40050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0.9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6217920" y="44988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8条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961120" y="393192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31" name="Text 29"/>
          <p:cNvSpPr/>
          <p:nvPr/>
        </p:nvSpPr>
        <p:spPr>
          <a:xfrm>
            <a:off x="8961120" y="40050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0.9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8961120" y="44988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3轮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" y="5029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31520" y="5440680"/>
            <a:ext cx="512064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553212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RAG检索：BAAI/bge-large-zh-v1.5 + ChromaDB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语义检索历史脚本，每次生成检索8条参考chunk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09360" y="5440680"/>
            <a:ext cx="512064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37" name="Text 35"/>
          <p:cNvSpPr/>
          <p:nvPr/>
        </p:nvSpPr>
        <p:spPr>
          <a:xfrm>
            <a:off x="6492240" y="553212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Wiki注入：竞品wiki页面→按产品卖点相关性提取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相关章节全量保留（5000字/页），不相关缩减为标题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质量保障：12项自动审计 + 合规过滤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每一篇文案在输出前都经过多层质检——不是靠人审核，是靠系统自动拦截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内容质量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口语化程度 ≥ 2.5/百字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态度密度 ≥ 3.0/200字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长短句节奏 短22-48%/长≥20%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卖点覆盖 100%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41148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信息搬运检测 ≥ 25%观点句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80560" y="173736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828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结构规范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22860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口播时长 78-162秒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27432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流水账检测（禁止"首先然后最后"）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32004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表演式口语检测（填充词≤1个）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0" y="173736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1828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合规安全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0" y="22860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禁用词扫描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0" y="27432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电商味检测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12480" y="32004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价格检测（口播禁提具体价格）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12480" y="3657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拉踩检测（禁指名攻击竞品）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5303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AutoFix机制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1520" y="571500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806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生成初稿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77440" y="5760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651760" y="571500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2651760" y="5806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12项审计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97680" y="5760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0" y="571500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0" y="5806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结构修复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17920" y="5760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92240" y="571500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3B82F6"/>
          </a:solidFill>
          <a:ln/>
        </p:spPr>
      </p:sp>
      <p:sp>
        <p:nvSpPr>
          <p:cNvPr id="34" name="Text 32"/>
          <p:cNvSpPr/>
          <p:nvPr/>
        </p:nvSpPr>
        <p:spPr>
          <a:xfrm>
            <a:off x="6492240" y="5806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LLM修复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138160" y="5760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412480" y="571500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8412480" y="5806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回归检测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058400" y="5760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0332720" y="571500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10332720" y="5806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输出成品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当前产能：从Brief到成品的时效与质量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3619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0299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~60秒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46304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53619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474720" y="20299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~30秒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53619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217920" y="20299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~10秒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46304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53619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961120" y="20299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450-500字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2743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覆盖品类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320040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ECFDF5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2735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键盘 keyboard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17520" y="320040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ECFDF5"/>
          </a:solidFill>
          <a:ln/>
        </p:spPr>
      </p:sp>
      <p:sp>
        <p:nvSpPr>
          <p:cNvPr id="20" name="Text 18"/>
          <p:cNvSpPr/>
          <p:nvPr/>
        </p:nvSpPr>
        <p:spPr>
          <a:xfrm>
            <a:off x="3108960" y="32735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鼠标 mouse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03520" y="320040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ECFDF5"/>
          </a:solidFill>
          <a:ln/>
        </p:spPr>
      </p:sp>
      <p:sp>
        <p:nvSpPr>
          <p:cNvPr id="22" name="Text 20"/>
          <p:cNvSpPr/>
          <p:nvPr/>
        </p:nvSpPr>
        <p:spPr>
          <a:xfrm>
            <a:off x="5394960" y="32735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显示器 monitor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589520" y="320040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ECFDF5"/>
          </a:solidFill>
          <a:ln/>
        </p:spPr>
      </p:sp>
      <p:sp>
        <p:nvSpPr>
          <p:cNvPr id="24" name="Text 22"/>
          <p:cNvSpPr/>
          <p:nvPr/>
        </p:nvSpPr>
        <p:spPr>
          <a:xfrm>
            <a:off x="7680960" y="32735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GPU 显卡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875520" y="320040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ECFDF5"/>
          </a:solidFill>
          <a:ln/>
        </p:spPr>
      </p:sp>
      <p:sp>
        <p:nvSpPr>
          <p:cNvPr id="26" name="Text 24"/>
          <p:cNvSpPr/>
          <p:nvPr/>
        </p:nvSpPr>
        <p:spPr>
          <a:xfrm>
            <a:off x="9966960" y="32735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笔记本 laptop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374904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ECFDF5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38221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耳机 headphone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017520" y="374904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ECFDF5"/>
          </a:solidFill>
          <a:ln/>
        </p:spPr>
      </p:sp>
      <p:sp>
        <p:nvSpPr>
          <p:cNvPr id="30" name="Text 28"/>
          <p:cNvSpPr/>
          <p:nvPr/>
        </p:nvSpPr>
        <p:spPr>
          <a:xfrm>
            <a:off x="3108960" y="38221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手机 phone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03520" y="374904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ECFDF5"/>
          </a:solidFill>
          <a:ln/>
        </p:spPr>
      </p:sp>
      <p:sp>
        <p:nvSpPr>
          <p:cNvPr id="32" name="Text 30"/>
          <p:cNvSpPr/>
          <p:nvPr/>
        </p:nvSpPr>
        <p:spPr>
          <a:xfrm>
            <a:off x="5394960" y="38221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电竞椅 desk_chair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589520" y="374904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ECFDF5"/>
          </a:solidFill>
          <a:ln/>
        </p:spPr>
      </p:sp>
      <p:sp>
        <p:nvSpPr>
          <p:cNvPr id="34" name="Text 32"/>
          <p:cNvSpPr/>
          <p:nvPr/>
        </p:nvSpPr>
        <p:spPr>
          <a:xfrm>
            <a:off x="7680960" y="38221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音箱 speaker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" y="4572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当前局限与下一步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31520" y="4983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DeepSeek模型偶发"老铁味"输出——已通过prompt+质检大幅改善，根除需换模型或加硬性质检门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" y="536752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竞品分析管线目前只接B站——扩展到抖音可直接学习爆款文案结构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31520" y="5751576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热点选题依赖平台热搜API——垂直品类（键盘/鼠标）的行业新闻需手动补充COMPUTEX等事件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1520" y="613562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分镜表的AI提示词尚未实测——需要在实际拍摄中验证Seedance提示词效果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28800"/>
            <a:ext cx="99943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可扩展方向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1097280" y="3108960"/>
            <a:ext cx="18288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3383280"/>
            <a:ext cx="9994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下一步可以做到什么程度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5303520"/>
            <a:ext cx="9994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基于当前工程基础 · 每个方向的投入产出比已评估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1554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一键全流程自动化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1920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Brief上传 → 自动生成3版脚本 → AI挑选最佳 → 出分镜表 → 推送到手机。全流程无需打开任何软件。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0" y="1600200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0" y="16276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影响:极高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0424160" y="1600200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10424160" y="16276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投入:中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31520" y="246888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63040" y="2560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多平台适配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当前：抖音。可扩展：B站（更长、更深度）、小红书（图文+短文案）、YouTube Shorts（英文版）。一套Brief出多平台版本。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44000" y="2606040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0" y="263347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影响:高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0424160" y="2606040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10424160" y="263347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投入:中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31520" y="347472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463040" y="3566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数据驱动优化闭环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46304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视频发布后→爬取播放/完播/互动数据→匹配原始脚本→分析哪些句式/结构效果好→自动调整后续生成的权重。真正"越用越好"。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144000" y="3611880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0" y="363931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影响:极高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0424160" y="3611880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10424160" y="363931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投入:高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31520" y="448056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463040" y="45720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实时热点+紧急响应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463040" y="4937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重大数码事件（如NVIDIA发布新卡）→系统自动检测→15分钟内出稿→抢占流量窗口。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144000" y="4617720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0" y="46451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影响:高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0424160" y="4617720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10424160" y="464515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投入:中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31520" y="548640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/>
        </p:spPr>
      </p:sp>
      <p:sp>
        <p:nvSpPr>
          <p:cNvPr id="40" name="Text 38"/>
          <p:cNvSpPr/>
          <p:nvPr/>
        </p:nvSpPr>
        <p:spPr>
          <a:xfrm>
            <a:off x="914400" y="5623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463040" y="55778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拍摄指导+AI视频生成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46304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分镜表联动实拍→Seedance提示词自动生成AI辅助镜头→混剪成片。人拍+AI拍=产能翻倍。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144000" y="5623560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9144000" y="565099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影响:中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0424160" y="5623560"/>
            <a:ext cx="914400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</p:sp>
      <p:sp>
        <p:nvSpPr>
          <p:cNvPr id="46" name="Text 44"/>
          <p:cNvSpPr/>
          <p:nvPr/>
        </p:nvSpPr>
        <p:spPr>
          <a:xfrm>
            <a:off x="10424160" y="56509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投入:高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一句话总结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1036015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赛博瑞是一个「给Brief就出片」的AI内容工厂。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它已经能独立完成：文案撰写、分镜拆解、灯光方案、热点选题。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一个人 + 这套系统 = 一个小型内容团队的产能。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4114800"/>
            <a:ext cx="18288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45720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需要的支持：竞品分析管线稳定运行 · DeepSeek API持续可用 · 选题种子文件每周人工补充行业事件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5943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2026.06.07  |  D先生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2026-06-07T12:12:33Z</dcterms:created>
  <dcterms:modified xsi:type="dcterms:W3CDTF">2026-06-07T12:12:33Z</dcterms:modified>
</cp:coreProperties>
</file>