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赛博瑞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731520" y="2286000"/>
            <a:ext cx="182880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560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数据驱动内容工厂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Brief 到成片分镜，全链路 AI 自动化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v1.0.0  |  48模块 · 11,252行  |  14条CLI  |  51次提交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46320"/>
            <a:ext cx="9144000" cy="18288"/>
          </a:xfrm>
          <a:prstGeom prst="rect">
            <a:avLst/>
          </a:prstGeom>
          <a:solidFill>
            <a:srgbClr val="22D3EE">
              <a:alpha val="4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短视频创作的四个痛点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097280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1371600"/>
            <a:ext cx="6400800" cy="7315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1371600"/>
            <a:ext cx="54864" cy="7315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141732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194560" y="1417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选题靠刷手机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194560" y="17373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每天花2小时刷B站/抖音找灵感，看到什么做什么，没有系统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2286000"/>
            <a:ext cx="54864" cy="7315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1554480" y="233172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194560" y="2331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写稿靠熬夜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194560" y="26517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一篇3分钟脚本写4-6小时，改来改去甲方还不满意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371600" y="3200400"/>
            <a:ext cx="6400800" cy="7315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71600" y="3200400"/>
            <a:ext cx="54864" cy="7315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6" name="Text 14"/>
          <p:cNvSpPr/>
          <p:nvPr/>
        </p:nvSpPr>
        <p:spPr>
          <a:xfrm>
            <a:off x="1554480" y="324612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194560" y="3246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审稿靠感觉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194560" y="35661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口语化够不够？节奏好不好？电商味重不重？全凭经验判断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371600" y="4114800"/>
            <a:ext cx="6400800" cy="7315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71600" y="4114800"/>
            <a:ext cx="54864" cy="7315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1" name="Text 19"/>
          <p:cNvSpPr/>
          <p:nvPr/>
        </p:nvSpPr>
        <p:spPr>
          <a:xfrm>
            <a:off x="1554480" y="416052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194560" y="4160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分镜靠经验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194560" y="44805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景别/运镜/灯位/时长分配全靠脑补，拍摄时才发现不对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赛博瑞：全链路 AI 自动化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097280" cy="3657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123444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AI选题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每日选题日报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554480" y="17373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74520" y="1463040"/>
            <a:ext cx="123444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74520" y="15544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874520" y="187452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Brief解析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74520" y="219456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卖点提取+封面建议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971800" y="17373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91840" y="1463040"/>
            <a:ext cx="1234440" cy="1005840"/>
          </a:xfrm>
          <a:prstGeom prst="rect">
            <a:avLst/>
          </a:prstGeom>
          <a:solidFill>
            <a:srgbClr val="1E40AF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15544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91840" y="187452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AI文案生成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91840" y="219456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4人设×5格式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389120" y="17373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09160" y="1463040"/>
            <a:ext cx="123444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15544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709160" y="187452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15项审核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09160" y="219456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自动检查+修复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806440" y="17373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26480" y="1463040"/>
            <a:ext cx="123444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15544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126480" y="187452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Docx定稿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26480" y="219456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瑞士排版可直接交付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223760" y="17373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543800" y="1463040"/>
            <a:ext cx="123444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43800" y="15544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543800" y="187452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分镜XLSX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543800" y="219456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9列+灯位SVG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扔一个产品 Brief 进去 → 自动出可直接拍摄的脚本和分镜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57200" y="34747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30s</a:t>
            </a:r>
            <a:endParaRPr lang="en-US" sz="4400" dirty="0"/>
          </a:p>
        </p:txBody>
      </p:sp>
      <p:sp>
        <p:nvSpPr>
          <p:cNvPr id="35" name="Text 33"/>
          <p:cNvSpPr/>
          <p:nvPr/>
        </p:nvSpPr>
        <p:spPr>
          <a:xfrm>
            <a:off x="457200" y="4023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从Brief到定稿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194560" y="34747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14条</a:t>
            </a:r>
            <a:endParaRPr lang="en-US" sz="4400" dirty="0"/>
          </a:p>
        </p:txBody>
      </p:sp>
      <p:sp>
        <p:nvSpPr>
          <p:cNvPr id="37" name="Text 35"/>
          <p:cNvSpPr/>
          <p:nvPr/>
        </p:nvSpPr>
        <p:spPr>
          <a:xfrm>
            <a:off x="2194560" y="4023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CLI命令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931920" y="34747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8/11+</a:t>
            </a:r>
            <a:endParaRPr lang="en-US" sz="4400" dirty="0"/>
          </a:p>
        </p:txBody>
      </p:sp>
      <p:sp>
        <p:nvSpPr>
          <p:cNvPr id="39" name="Text 37"/>
          <p:cNvSpPr/>
          <p:nvPr/>
        </p:nvSpPr>
        <p:spPr>
          <a:xfrm>
            <a:off x="3931920" y="4023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质量关卡通过率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669280" y="34747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5轮</a:t>
            </a:r>
            <a:endParaRPr lang="en-US" sz="4400" dirty="0"/>
          </a:p>
        </p:txBody>
      </p:sp>
      <p:sp>
        <p:nvSpPr>
          <p:cNvPr id="41" name="Text 39"/>
          <p:cNvSpPr/>
          <p:nvPr/>
        </p:nvSpPr>
        <p:spPr>
          <a:xfrm>
            <a:off x="5669280" y="4023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最多自动修复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406640" y="34747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3视角</a:t>
            </a:r>
            <a:endParaRPr lang="en-US" sz="4400" dirty="0"/>
          </a:p>
        </p:txBody>
      </p:sp>
      <p:sp>
        <p:nvSpPr>
          <p:cNvPr id="43" name="Text 41"/>
          <p:cNvSpPr/>
          <p:nvPr/>
        </p:nvSpPr>
        <p:spPr>
          <a:xfrm>
            <a:off x="7406640" y="4023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AI点映团审稿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45" name="Text 43"/>
          <p:cNvSpPr/>
          <p:nvPr/>
        </p:nvSpPr>
        <p:spPr>
          <a:xfrm>
            <a:off x="1097280" y="461772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quick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命令 · 新手三步出成品：python -m rag_system quick --brief 文件.txt --persona 折腾到吐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不是闭门造车 — 学习头部创作者方法论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097280" cy="365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393192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影视飓风 MediaStorm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160人团队 · 年营收过亿 · 全网4000万粉丝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封面前置（壳理论）— 先定封面再写内容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688336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AI概念片视觉对齐 — 消除拍摄沟通成本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09067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AI双轨制 — normal/experimental模式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49300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HKRR+HAMD创作框架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89534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剪辑节奏公式 — 前8s核心/20s背书/2min切换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42976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AI点映团 — 3视角模拟审稿+无趣时间表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371600"/>
            <a:ext cx="393192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14630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柱子哥 TzFilm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0" y="18288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个人创作者 · "信息不值钱，观点值钱"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0" y="22860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每日选题日报 — 多源热点6维评分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2688336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观点注入 --perspective — 信息→体验翻译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309067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信息搬运检测 — 少于15%观点句=不合格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349300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AI工作流 — CLAUDE + CODEX + REMOTION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389534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真人出镜底线 — 跟Tim一样坚持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核心能力矩阵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097280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0"/>
            <a:ext cx="4114800" cy="17373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280160"/>
            <a:ext cx="54864" cy="17373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4种人设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折腾到吐 · 硬核实测流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好设牛啊 · 设计美学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5146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朋克 · 电竞燃向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880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超机懂 · 极客深度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4114800" cy="17373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280160"/>
            <a:ext cx="54864" cy="17373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371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5种格式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17830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review 评测体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2148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tierlist 榜单体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5146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comparison 对比体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2880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hkrr HKRR定位框架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32461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hamd HAMD创作法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200400"/>
            <a:ext cx="4114800" cy="17373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200400"/>
            <a:ext cx="54864" cy="173736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291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12条铁律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" y="37033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口语化 · 体验主导 · 态度先行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40690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剪辑节奏公式 · 观点驱动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4434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AI时代信息不值钱观点值钱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3200400"/>
            <a:ext cx="4114800" cy="17373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3200400"/>
            <a:ext cx="54864" cy="173736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3291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15项审核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937760" y="37033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口语化 · 电商味 · 态度密度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37760" y="40690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长短句节奏 · 卖点覆盖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37760" y="4434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信息搬运检测 · 禁用词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数据闭环 — 每一次生成都在学习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097280" cy="3657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280160"/>
            <a:ext cx="7315200" cy="7315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280160"/>
            <a:ext cx="54864" cy="7315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325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Pipeline Analytics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60020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事件日志JSONL，追踪每次generate/storyboard/audit事件。查询90天历史数据。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0" y="1874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2148840"/>
            <a:ext cx="7315200" cy="7315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148840"/>
            <a:ext cx="54864" cy="7315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2194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审计闭环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246888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每次生成后自动15项审核，失败项写入日志。下次生成前查询历史失败项，主动注入改进建议。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97680" y="27432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14400" y="3017520"/>
            <a:ext cx="7315200" cy="7315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017520"/>
            <a:ext cx="54864" cy="7315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3063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人设×品类效能矩阵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333756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每个人设在每个品类的通过率、字数分布、高频失败画像。数据驱动人设选择。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97680" y="3611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14400" y="3886200"/>
            <a:ext cx="7315200" cy="7315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3886200"/>
            <a:ext cx="54864" cy="7315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1" name="Text 19"/>
          <p:cNvSpPr/>
          <p:nvPr/>
        </p:nvSpPr>
        <p:spPr>
          <a:xfrm>
            <a:off x="1188720" y="3931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竞品学习 → Wiki编译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420624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B站搜索→yt-dlp下载→Whisper转录→OpenCV+librosa分析→DeepSeek解读→Karpathy Wiki知识复利。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24" name="Text 22"/>
          <p:cNvSpPr/>
          <p:nvPr/>
        </p:nvSpPr>
        <p:spPr>
          <a:xfrm>
            <a:off x="1097280" y="461772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analytics --matrix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查看人设×品类交叉效能表，数据驱动人设选择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工程数据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097280" cy="3657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1920240" cy="15544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54864" cy="155448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002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1371600"/>
            <a:ext cx="1920240" cy="15544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06040" y="1371600"/>
            <a:ext cx="54864" cy="155448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0" name="Text 8"/>
          <p:cNvSpPr/>
          <p:nvPr/>
        </p:nvSpPr>
        <p:spPr>
          <a:xfrm>
            <a:off x="2606040" y="16002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11,252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2606040" y="2148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行Python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371600"/>
            <a:ext cx="1920240" cy="15544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371600"/>
            <a:ext cx="54864" cy="155448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6002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4754880" y="2148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条CLI命令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03720" y="1371600"/>
            <a:ext cx="1920240" cy="15544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03720" y="1371600"/>
            <a:ext cx="54864" cy="155448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8" name="Text 16"/>
          <p:cNvSpPr/>
          <p:nvPr/>
        </p:nvSpPr>
        <p:spPr>
          <a:xfrm>
            <a:off x="6903720" y="16002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59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6903720" y="2148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自动化测试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108960"/>
            <a:ext cx="1920240" cy="15544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108960"/>
            <a:ext cx="54864" cy="155448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3375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457200" y="3886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次提交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606040" y="3108960"/>
            <a:ext cx="1920240" cy="15544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06040" y="3108960"/>
            <a:ext cx="54864" cy="155448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6" name="Text 24"/>
          <p:cNvSpPr/>
          <p:nvPr/>
        </p:nvSpPr>
        <p:spPr>
          <a:xfrm>
            <a:off x="2606040" y="33375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568</a:t>
            </a:r>
            <a:endParaRPr lang="en-US" sz="4400" dirty="0"/>
          </a:p>
        </p:txBody>
      </p:sp>
      <p:sp>
        <p:nvSpPr>
          <p:cNvPr id="27" name="Text 25"/>
          <p:cNvSpPr/>
          <p:nvPr/>
        </p:nvSpPr>
        <p:spPr>
          <a:xfrm>
            <a:off x="2606040" y="3886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知识库chunks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3108960"/>
            <a:ext cx="1920240" cy="15544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3108960"/>
            <a:ext cx="54864" cy="155448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33375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4400" dirty="0"/>
          </a:p>
        </p:txBody>
      </p:sp>
      <p:sp>
        <p:nvSpPr>
          <p:cNvPr id="31" name="Text 29"/>
          <p:cNvSpPr/>
          <p:nvPr/>
        </p:nvSpPr>
        <p:spPr>
          <a:xfrm>
            <a:off x="4754880" y="3886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品类覆盖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903720" y="3108960"/>
            <a:ext cx="1920240" cy="15544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03720" y="3108960"/>
            <a:ext cx="54864" cy="155448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4" name="Text 32"/>
          <p:cNvSpPr/>
          <p:nvPr/>
        </p:nvSpPr>
        <p:spPr>
          <a:xfrm>
            <a:off x="6903720" y="33375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23+15</a:t>
            </a:r>
            <a:endParaRPr lang="en-US" sz="4400" dirty="0"/>
          </a:p>
        </p:txBody>
      </p:sp>
      <p:sp>
        <p:nvSpPr>
          <p:cNvPr id="35" name="Text 33"/>
          <p:cNvSpPr/>
          <p:nvPr/>
        </p:nvSpPr>
        <p:spPr>
          <a:xfrm>
            <a:off x="6903720" y="3886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脚本+分镜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现场演示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097280" cy="3657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371600"/>
            <a:ext cx="731520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371600"/>
            <a:ext cx="54864" cy="77724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444752"/>
            <a:ext cx="6766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rag_system quick --brief 文件.txt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810512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30秒从Brief到Word定稿 — 新手三步出成品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2286000"/>
            <a:ext cx="731520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286000"/>
            <a:ext cx="54864" cy="77724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2359152"/>
            <a:ext cx="6766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rag_system topic-daily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2724912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AI每日选题日报 — 多源热点6维评分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3200400"/>
            <a:ext cx="731520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3200400"/>
            <a:ext cx="54864" cy="7772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3273552"/>
            <a:ext cx="6766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rag_system analytics --matrix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3639312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人设×品类交叉效能矩阵 — 数据驱动人设选择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4114800"/>
            <a:ext cx="7315200" cy="7772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4114800"/>
            <a:ext cx="54864" cy="7772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8" name="Text 16"/>
          <p:cNvSpPr/>
          <p:nvPr/>
        </p:nvSpPr>
        <p:spPr>
          <a:xfrm>
            <a:off x="1188720" y="4187952"/>
            <a:ext cx="6766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rag_system audit 脚本.docx --audience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4553712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AI点映团 — 3视角模拟审稿+无趣时间表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负责信息，你负责态度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200400" y="2194560"/>
            <a:ext cx="2743200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4688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赛博瑞帮你把观点变成脚本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github.com/Warriors999/saiborui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v1.0.0  |  MIT License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46320"/>
            <a:ext cx="9144000" cy="18288"/>
          </a:xfrm>
          <a:prstGeom prst="rect">
            <a:avLst/>
          </a:prstGeom>
          <a:solidFill>
            <a:srgbClr val="22D3EE">
              <a:alpha val="40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赛博瑞 · 数据驱动内容工厂</dc:title>
  <dc:subject>PptxGenJS Presentation</dc:subject>
  <dc:creator>D先生</dc:creator>
  <cp:lastModifiedBy>D先生</cp:lastModifiedBy>
  <cp:revision>1</cp:revision>
  <dcterms:created xsi:type="dcterms:W3CDTF">2026-05-30T14:46:42Z</dcterms:created>
  <dcterms:modified xsi:type="dcterms:W3CDTF">2026-05-30T14:46:42Z</dcterms:modified>
</cp:coreProperties>
</file>