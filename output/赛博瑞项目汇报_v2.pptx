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spc="800" kern="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 博 瑞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731520" y="23317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数据驱动内容工厂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004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 Brief 到成片分镜，全链路 AI 自动化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 模块  ·  11,252 行  ·  14 条 CLI  ·  51 次提交  ·  v1.0.0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内部汇报  |  赛博瑞项目组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短视频创作的四个痛点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1097280" y="1325880"/>
            <a:ext cx="694944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1325880"/>
            <a:ext cx="54864" cy="7132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7" name="Text 5"/>
          <p:cNvSpPr/>
          <p:nvPr/>
        </p:nvSpPr>
        <p:spPr>
          <a:xfrm>
            <a:off x="1325880" y="139903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2011680" y="139903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选题靠刷手机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2011680" y="170992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每天花 2 小时刷 B 站/抖音找灵感，看到什么做什么，没有系统方法论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194560"/>
            <a:ext cx="694944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2194560"/>
            <a:ext cx="54864" cy="7132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2" name="Text 10"/>
          <p:cNvSpPr/>
          <p:nvPr/>
        </p:nvSpPr>
        <p:spPr>
          <a:xfrm>
            <a:off x="1325880" y="2267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011680" y="226771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写稿靠熬夜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11680" y="257860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一篇 3 分钟脚本写 4-6 小时，修改多轮甲方还不满意，反复返工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097280" y="3063240"/>
            <a:ext cx="694944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97280" y="3063240"/>
            <a:ext cx="54864" cy="7132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3136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011680" y="313639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审稿靠感觉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44728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口语化够不够？节奏好不好？电商味重不重？全凭个人经验判断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097280" y="3931920"/>
            <a:ext cx="6949440" cy="713232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97280" y="3931920"/>
            <a:ext cx="54864" cy="713232"/>
          </a:xfrm>
          <a:prstGeom prst="rect">
            <a:avLst/>
          </a:prstGeom>
          <a:solidFill>
            <a:srgbClr val="FB7185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400507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B718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2011680" y="40050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分镜靠经验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011680" y="4315968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景别/运镜/灯位/时长全靠脑补，拍摄现场才发现对不上，临时重来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v1.0.0  |  github.com/Warriors999/saiborui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全链路 AI 自动化管线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128016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选题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每日日报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7276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83080" y="1371600"/>
            <a:ext cx="128016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8308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②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8308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78308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Brief分析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99008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0" y="1371600"/>
            <a:ext cx="1280160" cy="1143000"/>
          </a:xfrm>
          <a:prstGeom prst="rect">
            <a:avLst/>
          </a:prstGeom>
          <a:solidFill>
            <a:srgbClr val="152950"/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371600"/>
            <a:ext cx="1280160" cy="36576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③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0040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320040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4人设×5格式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0740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17720" y="1371600"/>
            <a:ext cx="128016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④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61772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审核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461772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15项+修复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82472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035040" y="1371600"/>
            <a:ext cx="128016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03504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⑤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03504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定稿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603504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Word输出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42048" y="16916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452360" y="1371600"/>
            <a:ext cx="1280160" cy="11430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146304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⑥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452360" y="18288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分镜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452360" y="21488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Excel+SVG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31520" y="27889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扔一个产品 Brief 进去  →  自动出可直接拍摄的脚本和分镜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411480" y="3429000"/>
            <a:ext cx="1554480" cy="12801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11480" y="342900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8" name="Text 36"/>
          <p:cNvSpPr/>
          <p:nvPr/>
        </p:nvSpPr>
        <p:spPr>
          <a:xfrm>
            <a:off x="411480" y="3566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30s</a:t>
            </a:r>
            <a:endParaRPr lang="en-US" sz="4200" dirty="0"/>
          </a:p>
        </p:txBody>
      </p:sp>
      <p:sp>
        <p:nvSpPr>
          <p:cNvPr id="39" name="Text 37"/>
          <p:cNvSpPr/>
          <p:nvPr/>
        </p:nvSpPr>
        <p:spPr>
          <a:xfrm>
            <a:off x="411480" y="4133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Brief→定稿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148840" y="3429000"/>
            <a:ext cx="1554480" cy="12801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48840" y="342900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2" name="Text 40"/>
          <p:cNvSpPr/>
          <p:nvPr/>
        </p:nvSpPr>
        <p:spPr>
          <a:xfrm>
            <a:off x="2148840" y="3566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14条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2148840" y="4133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CLI命令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886200" y="3429000"/>
            <a:ext cx="1554480" cy="12801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886200" y="342900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46" name="Text 44"/>
          <p:cNvSpPr/>
          <p:nvPr/>
        </p:nvSpPr>
        <p:spPr>
          <a:xfrm>
            <a:off x="3886200" y="3566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8/11+</a:t>
            </a:r>
            <a:endParaRPr lang="en-US" sz="4200" dirty="0"/>
          </a:p>
        </p:txBody>
      </p:sp>
      <p:sp>
        <p:nvSpPr>
          <p:cNvPr id="47" name="Text 45"/>
          <p:cNvSpPr/>
          <p:nvPr/>
        </p:nvSpPr>
        <p:spPr>
          <a:xfrm>
            <a:off x="3886200" y="4133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质量关卡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5623560" y="3429000"/>
            <a:ext cx="1554480" cy="12801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623560" y="342900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0" name="Text 48"/>
          <p:cNvSpPr/>
          <p:nvPr/>
        </p:nvSpPr>
        <p:spPr>
          <a:xfrm>
            <a:off x="5623560" y="3566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5轮</a:t>
            </a:r>
            <a:endParaRPr lang="en-US" sz="4200" dirty="0"/>
          </a:p>
        </p:txBody>
      </p:sp>
      <p:sp>
        <p:nvSpPr>
          <p:cNvPr id="51" name="Text 49"/>
          <p:cNvSpPr/>
          <p:nvPr/>
        </p:nvSpPr>
        <p:spPr>
          <a:xfrm>
            <a:off x="5623560" y="4133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自动修复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360920" y="3429000"/>
            <a:ext cx="1554480" cy="128016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60920" y="3429000"/>
            <a:ext cx="54864" cy="128016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54" name="Text 52"/>
          <p:cNvSpPr/>
          <p:nvPr/>
        </p:nvSpPr>
        <p:spPr>
          <a:xfrm>
            <a:off x="7360920" y="356616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3视角</a:t>
            </a:r>
            <a:endParaRPr lang="en-US" sz="4200" dirty="0"/>
          </a:p>
        </p:txBody>
      </p:sp>
      <p:sp>
        <p:nvSpPr>
          <p:cNvPr id="55" name="Text 53"/>
          <p:cNvSpPr/>
          <p:nvPr/>
        </p:nvSpPr>
        <p:spPr>
          <a:xfrm>
            <a:off x="7360920" y="4133088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AI点映团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57" name="Text 55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v1.0.0  |  github.com/Warriors999/saiborui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不是闭门造车 — 学习头部创作者方法论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4114800" cy="3383280"/>
          </a:xfrm>
          <a:prstGeom prst="rect">
            <a:avLst/>
          </a:prstGeom>
          <a:solidFill>
            <a:srgbClr val="112240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4114800" cy="4572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影视飓风 MediaStorm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160人团队 · 年营收过亿 · 全网 4000 万粉丝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封面前置（壳理论）— 先定封面再写内容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AI 概念片视觉对齐 — 消除沟通成本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AI 双轨制 — normal / experimental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HKRR + HAMD 创作框架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剪辑节奏公式 — 8s核心 / 20s背书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206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AI 点映团 — 3视角审稿 + 无趣时间表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80160"/>
            <a:ext cx="4114800" cy="3383280"/>
          </a:xfrm>
          <a:prstGeom prst="rect">
            <a:avLst/>
          </a:prstGeom>
          <a:solidFill>
            <a:srgbClr val="11224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280160"/>
            <a:ext cx="4114800" cy="4572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柱子哥 TzFilm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37760" y="17830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个人创作者 · 「信息不值钱，观点值钱」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937760" y="21488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每日选题日报 — 多源热点 6 维评分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观点注入 — 参数翻译成体验判断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29718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信息搬运检测 — 少于 15% 观点句不合格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AI 工作流 — CLAUDE + CODEX + REMOTION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 真人出镜底线 — 跟 Tim 一样坚持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v1.0.0  |  github.com/Warriors999/saiborui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核心能力矩阵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280160"/>
            <a:ext cx="4114800" cy="1600200"/>
          </a:xfrm>
          <a:prstGeom prst="rect">
            <a:avLst/>
          </a:prstGeom>
          <a:solidFill>
            <a:srgbClr val="112240"/>
          </a:solidFill>
          <a:ln w="10160">
            <a:solidFill>
              <a:srgbClr val="22D3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80160"/>
            <a:ext cx="54864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2D3E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种人设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折腾到吐 · 硬核实测流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好设牛啊 · 设计美学导向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朋克 · 电竞燃向快节奏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超机懂 · 极客深度解说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663440" y="1280160"/>
            <a:ext cx="4114800" cy="1600200"/>
          </a:xfrm>
          <a:prstGeom prst="rect">
            <a:avLst/>
          </a:prstGeom>
          <a:solidFill>
            <a:srgbClr val="112240"/>
          </a:solidFill>
          <a:ln w="10160">
            <a:solidFill>
              <a:srgbClr val="34D3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1600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4" name="Text 12"/>
          <p:cNvSpPr/>
          <p:nvPr/>
        </p:nvSpPr>
        <p:spPr>
          <a:xfrm>
            <a:off x="4937760" y="1371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种格式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937760" y="1737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review 评测体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2011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tierlist 榜单体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comparison 对比体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603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hkrr HKRR定位框架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8346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hamd HAMD创作四步法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017520"/>
            <a:ext cx="4114800" cy="1600200"/>
          </a:xfrm>
          <a:prstGeom prst="rect">
            <a:avLst/>
          </a:prstGeom>
          <a:solidFill>
            <a:srgbClr val="112240"/>
          </a:solidFill>
          <a:ln w="10160">
            <a:solidFill>
              <a:srgbClr val="FBBF2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017520"/>
            <a:ext cx="54864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条铁律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4008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口语化 · 体验主导 · 态度先行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剪辑节奏公式 · 观点驱动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0080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封面方向注入 · 抖音禁词过滤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40080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AI 时代信息不值钱，观点值钱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3017520"/>
            <a:ext cx="4114800" cy="1600200"/>
          </a:xfrm>
          <a:prstGeom prst="rect">
            <a:avLst/>
          </a:prstGeom>
          <a:solidFill>
            <a:srgbClr val="112240"/>
          </a:solidFill>
          <a:ln w="1016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63440" y="3017520"/>
            <a:ext cx="54864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10896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78BF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项审核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4937760" y="347472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口语化 · 电商味 · 态度密度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7490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长短句节奏 · 卖点覆盖 · 禁用词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233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信息搬运检测 · 口播时长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37760" y="42976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质量关卡 ≥ 8/11 + 自动修复循环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35" name="Text 33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v1.0.0  |  github.com/Warriors999/saiborui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数据闭环 — 每一次生成都在学习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280160"/>
            <a:ext cx="804672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80160"/>
            <a:ext cx="54864" cy="7498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33502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Pipeline Analytics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60934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事件日志 JSONL，追踪每次 generate / storyboard / audit。查询 90 天历史数据。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0" y="1417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 --matrix  →  交叉效能表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434840" y="192024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804672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148840"/>
            <a:ext cx="54864" cy="7498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2037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审计闭环 · 自动改进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47802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 项审核失败项写入日志 → 下次生成主动注入改进建议 → 越用越聪明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217920" y="22860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「上次口语化挂了 3 次，这次注意多用短句」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78892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3017520"/>
            <a:ext cx="804672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017520"/>
            <a:ext cx="54864" cy="7498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307238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 × 品类效能矩阵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22960" y="334670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每个人设在各品类的通过率、字数分布、高频失败画像。数据驱动人设选择。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0" y="31546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每品类推荐最佳人设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34840" y="3657600"/>
            <a:ext cx="274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↓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3886200"/>
            <a:ext cx="804672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3886200"/>
            <a:ext cx="54864" cy="7498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941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竞品学习 → Wiki 编译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22960" y="4215384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B站搜索 → 下载 → Whisper转录 → 视觉/音频分析 → LLM解读 → Karpathy知识复利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217920" y="4023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568 chunks · 10品类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v1.0.0  |  github.com/Warriors999/saiborui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工程数据一览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54864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48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457200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40个核心 + 8个初始化/测试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06040" y="1280160"/>
            <a:ext cx="54864" cy="1600200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11,252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2606040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 Python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 Python 3.12 实现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28016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1280160"/>
            <a:ext cx="54864" cy="1600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4754880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CLI 命令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覆盖全链路操作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903720" y="128016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03720" y="1280160"/>
            <a:ext cx="54864" cy="160020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16002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59</a:t>
            </a:r>
            <a:endParaRPr lang="en-US" sz="4200" dirty="0"/>
          </a:p>
        </p:txBody>
      </p:sp>
      <p:sp>
        <p:nvSpPr>
          <p:cNvPr id="23" name="Text 21"/>
          <p:cNvSpPr/>
          <p:nvPr/>
        </p:nvSpPr>
        <p:spPr>
          <a:xfrm>
            <a:off x="6903720" y="216712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自动化测试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040880" y="2514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Actions CI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" y="306324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063240"/>
            <a:ext cx="54864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3383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51</a:t>
            </a:r>
            <a:endParaRPr lang="en-US" sz="4200" dirty="0"/>
          </a:p>
        </p:txBody>
      </p:sp>
      <p:sp>
        <p:nvSpPr>
          <p:cNvPr id="28" name="Text 26"/>
          <p:cNvSpPr/>
          <p:nvPr/>
        </p:nvSpPr>
        <p:spPr>
          <a:xfrm>
            <a:off x="45720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 提交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9436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42天持续迭代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06040" y="306324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606040" y="3063240"/>
            <a:ext cx="54864" cy="16002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2" name="Text 30"/>
          <p:cNvSpPr/>
          <p:nvPr/>
        </p:nvSpPr>
        <p:spPr>
          <a:xfrm>
            <a:off x="2606040" y="3383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568</a:t>
            </a:r>
            <a:endParaRPr lang="en-US" sz="4200" dirty="0"/>
          </a:p>
        </p:txBody>
      </p:sp>
      <p:sp>
        <p:nvSpPr>
          <p:cNvPr id="33" name="Text 31"/>
          <p:cNvSpPr/>
          <p:nvPr/>
        </p:nvSpPr>
        <p:spPr>
          <a:xfrm>
            <a:off x="260604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 chunks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10品类 · 225源文档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306324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3063240"/>
            <a:ext cx="54864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0" y="3383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23+15</a:t>
            </a:r>
            <a:endParaRPr lang="en-US" sz="4200" dirty="0"/>
          </a:p>
        </p:txBody>
      </p:sp>
      <p:sp>
        <p:nvSpPr>
          <p:cNvPr id="38" name="Text 36"/>
          <p:cNvSpPr/>
          <p:nvPr/>
        </p:nvSpPr>
        <p:spPr>
          <a:xfrm>
            <a:off x="475488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脚本+分镜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89204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实战交付产出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903720" y="3063240"/>
            <a:ext cx="1920240" cy="1600200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903720" y="3063240"/>
            <a:ext cx="54864" cy="16002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3383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v1.0</a:t>
            </a:r>
            <a:endParaRPr lang="en-US" sz="4200" dirty="0"/>
          </a:p>
        </p:txBody>
      </p:sp>
      <p:sp>
        <p:nvSpPr>
          <p:cNvPr id="43" name="Text 41"/>
          <p:cNvSpPr/>
          <p:nvPr/>
        </p:nvSpPr>
        <p:spPr>
          <a:xfrm>
            <a:off x="6903720" y="395020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MIT 开源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7040880" y="42976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面向所有创作者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 v1.0.0  |  github.com/Warriors999/saiborui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54864" cy="411480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41148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现场演示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7863840" cy="7315"/>
          </a:xfrm>
          <a:prstGeom prst="rect">
            <a:avLst/>
          </a:prstGeom>
          <a:solidFill>
            <a:srgbClr val="1A3354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371600"/>
            <a:ext cx="731520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371600"/>
            <a:ext cx="54864" cy="749808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44475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quick --brief 文件.txt --persona 折腾到吐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82880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秒从 Brief 到 Word 定稿 — 新手三步出成品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40280"/>
            <a:ext cx="731520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240280"/>
            <a:ext cx="54864" cy="749808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231343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topic-daily --focus tech -n 5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188720" y="269748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每日选题日报 — 多源热点 6 维评分 Top 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731520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08960"/>
            <a:ext cx="54864" cy="749808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18211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analytics --matrix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人设×品类交叉效能 — 数据驱动人设选择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3977640"/>
            <a:ext cx="7315200" cy="749808"/>
          </a:xfrm>
          <a:prstGeom prst="rect">
            <a:avLst/>
          </a:prstGeom>
          <a:solidFill>
            <a:srgbClr val="112240"/>
          </a:solidFill>
          <a:ln w="6350">
            <a:solidFill>
              <a:srgbClr val="1E3A5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14400" y="3977640"/>
            <a:ext cx="54864" cy="749808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050792"/>
            <a:ext cx="6766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audit 脚本.docx --audience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434840"/>
            <a:ext cx="6766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点映团 — 3 视角审稿 + 无趣时间表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所有命令: python -m rag_system &lt;command&gt;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28016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spc="400" kern="0" dirty="0">
                <a:solidFill>
                  <a:srgbClr val="F1F5F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负责信息，你负责态度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3200400" y="2331720"/>
            <a:ext cx="2743200" cy="27432"/>
          </a:xfrm>
          <a:prstGeom prst="rect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56032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赛博瑞帮你把观点变成脚本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347472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github.com/Warriors999/saiborui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v1.0.0  ·  MIT License  ·  面向所有短视频创作者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0D1F3C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  |  欢迎提问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赛博瑞 · 数据驱动内容工厂</dc:title>
  <dc:subject>PptxGenJS Presentation</dc:subject>
  <dc:creator>D先生</dc:creator>
  <cp:lastModifiedBy>D先生</cp:lastModifiedBy>
  <cp:revision>1</cp:revision>
  <dcterms:created xsi:type="dcterms:W3CDTF">2026-05-30T15:04:03Z</dcterms:created>
  <dcterms:modified xsi:type="dcterms:W3CDTF">2026-05-30T15:04:03Z</dcterms:modified>
</cp:coreProperties>
</file>