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 博 瑞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数据驱动内容工厂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1371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起始·选题 → 中程·生产 → 结尾·反馈  全链路闭环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48模块 · 11,252行 · 14CLI · 52提交 · v1.0.0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 → 中程 → 结尾  全链路闭环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2743200" cy="3017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起始: 选题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每日 AI 选题日报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13种子话题 6维评分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热度/信息差/争议性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人设匹配/实操/差异化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柱子哥方法论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3017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中程: 生产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Brief解析 → 文案生成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4人设×5格式×12铁律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15项审核+auto-fix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Docx定稿+分镜XLSX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影视飓风全套方法论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743200" cy="3017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反馈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评分可视化 Scorecard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Analytics 数据洞察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反推文案/剪辑/拍摄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人设×品类效能矩阵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每次生成都在学习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718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8978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短视频创作的四个痛点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37160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371600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264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选题靠刷手机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 2 小时刷视频找灵感，看到什么做什么，没有系统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176272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176272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311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写稿靠熬夜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5420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一篇脚本写 4-6 小时，修改多轮甲方不满意，反复返工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980944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980944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035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3054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审稿靠感觉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33467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口语化？节奏？电商味？全凭经验，没有量化标准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3785616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785616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分镜靠经验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11680" y="41513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景别运镜灯位时长全靠脑补，拍摄时才发现不对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中程: 全链路 AI 自动化管线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9008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280160" cy="1005840"/>
          </a:xfrm>
          <a:prstGeom prst="rect">
            <a:avLst/>
          </a:prstGeom>
          <a:solidFill>
            <a:srgbClr val="1E40A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4×5格式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740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15项+fix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2472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5236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523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XLSX+SVG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3108960"/>
            <a:ext cx="15544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30s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41148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Brief→定稿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3108960"/>
            <a:ext cx="15544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14条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21488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86200" y="3108960"/>
            <a:ext cx="15544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8/11+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388620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质量关卡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23560" y="3108960"/>
            <a:ext cx="15544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5轮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562356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60920" y="3108960"/>
            <a:ext cx="15544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3视角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73609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AI点映团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不是闭门造车 — 学习头部创作者方法论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402336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023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影视飓风 MediaStorm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160人 · 年营收过亿 · 4000万粉丝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封面前置—先定封面再写内容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AI概念片视觉对齐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AI双轨制 normal/experimental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HKRR+HAMD创作框架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剪辑节奏公式 8s/20s/2min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AI点映团—3视角审稿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2336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25880"/>
            <a:ext cx="40233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柱子哥 TzFilm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 · "信息不值钱，观点值钱"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选题日报—多源热点6维评分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观点注入—参数→体验翻译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信息搬运检测&lt;15%=不合格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AI工作流 CLAUDE+CODEX+REMOTION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坚持真人出镜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核心能力矩阵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32588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种人设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折腾到吐·硬核实测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好设牛啊·设计美学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21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朋克·电竞燃向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78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超机懂·极客深度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25880"/>
            <a:ext cx="54864" cy="1508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种格式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review 评测体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tierlist 榜单体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221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comparison 对比体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478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hkrr HKRR框架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7340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hamd HAMD四步法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17520"/>
            <a:ext cx="54864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条铁律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口语化/体验主导/态度先行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剪辑节奏/观点驱动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封面注入/禁词过滤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信息不值钱观点值钱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17520"/>
            <a:ext cx="54864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项审核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口语化/电商味/态度密度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长短句/卖点覆盖/禁用词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信息搬运/口播时长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质量关卡≥8/11+auto-fix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数据闭环 — 反推文案/剪辑/拍摄改进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评分可视化 Scorecard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选题6维·文案15项·分镜14项 — 统一评分卡，彩色柱状图。只有高分的那个胜出。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统一评分卡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67128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 Insight 数据洞察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查询90天审计日志→分析高频失败项→反推文案/剪辑/拍摄具体改进建议。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258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analytics --insight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98648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08376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08376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人设×品类交叉效能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3558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每个人设在各品类的通过率、字数分布、失败画像。数据驱动人设选择。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0998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analytics --matrix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39896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849624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49624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竞品学习→Wiki编译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197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B站搜索→Whisper→OpenCV/librosa→LLM解读→Karpathy知识复利。568chunks。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94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知识复利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工程数据一览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48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716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11,252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14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6324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06324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568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60604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632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23+15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75488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脚本+分镜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0632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v1.0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90372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1732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17320"/>
            <a:ext cx="6949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721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topic-daily --focus tech -n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起始: AI 每日选题日报 — 6维评分 Top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24028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240280"/>
            <a:ext cx="6949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2951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quick --brief 文件.txt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243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中程: 30 秒从 Brief 到 Word 定稿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06324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063240"/>
            <a:ext cx="6949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181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analytics --insight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47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数据洞察 — 反推文案/剪辑/拍摄改进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88620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886200"/>
            <a:ext cx="6949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9410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analytics --matrix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人设×品类效能矩阵 — 数据驱动选择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起始→中程→结尾 | 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负责信息，你负责态度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赛博瑞帮你把观点变成脚本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0" y="2743200"/>
            <a:ext cx="21945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起始·选题 → 中程·生产 → 结尾·反馈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github.com/Warriors999/saiborui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· 数据驱动内容工厂 v2</dc:title>
  <dc:subject>PptxGenJS Presentation</dc:subject>
  <dc:creator>D先生</dc:creator>
  <cp:lastModifiedBy>D先生</cp:lastModifiedBy>
  <cp:revision>1</cp:revision>
  <dcterms:created xsi:type="dcterms:W3CDTF">2026-05-30T15:48:42Z</dcterms:created>
  <dcterms:modified xsi:type="dcterms:W3CDTF">2026-05-30T15:48:42Z</dcterms:modified>
</cp:coreProperties>
</file>