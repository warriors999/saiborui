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219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网易严选 S9Game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人体工学电竞椅 · 创意提案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A"/>
                </a:solidFill>
              </a:rPr>
              <a:t>折腾到吐频道 | 赛博涛 v1.0 | 2026.05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1371600" cy="2743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Brief 核心卖点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73152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F0"/>
                </a:solidFill>
              </a:rPr>
              <a:t>腰骶联动腰靠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A"/>
                </a:solidFill>
              </a:rPr>
              <a:t>贴腰撑骶，上下不落空。正坐前顶腰椎，后仰托住骶骨。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73152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F0"/>
                </a:solidFill>
              </a:rPr>
              <a:t>8D 百变扶手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A"/>
                </a:solidFill>
              </a:rPr>
              <a:t>升降/前后/旋转/翻转/平移。正坐平放桌面，手游后翻贴合。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73152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F0"/>
                </a:solidFill>
              </a:rPr>
              <a:t>轿跑级包裹坐感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A"/>
                </a:solidFill>
              </a:rPr>
              <a:t>流线坐垫+环抱式背翼，强围合包裹感。落座一刻的'爽'。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33088"/>
            <a:ext cx="73152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F0"/>
                </a:solidFill>
              </a:rPr>
              <a:t>打孔透气分区海绵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A"/>
                </a:solidFill>
              </a:rPr>
              <a:t>夏天不闷汗。PVC耐磨材质。4级气杆大体重抗造。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10972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15152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1499-1599元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7240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A"/>
                </a:solidFill>
              </a:rPr>
              <a:t>竞品对比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S9Ultra人体工学椅 ¥949-1049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傲风C300pro电竞椅 ¥1399-1499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S9Game 护腰支撑+柔软舒适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脚本策略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3736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情绪爆发型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A"/>
                </a:solidFill>
              </a:rPr>
              <a:t>'情绪掉帧'热梗→腰部支撑痛点→引出产品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格式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901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评测体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2128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A"/>
                </a:solidFill>
              </a:rPr>
              <a:t>折腾到吐人设 · 1088字 · 34段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叙事弧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724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钩-展-收 三段式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30358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A"/>
                </a:solidFill>
              </a:rPr>
              <a:t>痛点共鸣(15%)→卖点深挖(50%)→总结CTA(10%)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66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铁律应用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547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5项核心铁律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8587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A"/>
                </a:solidFill>
              </a:rPr>
              <a:t>体验翻译+口语化+禁止流水账+花字分离+CTA签名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89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花字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4370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</a:rPr>
              <a:t>8处标注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4681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A"/>
                </a:solidFill>
              </a:rPr>
              <a:t>规格参数(腰骶联动/8D扶手/气杆等级)全部分离到花字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分镜预览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5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33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总镜数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52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925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口播字数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52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运镜种类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52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152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灯位SVG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运镜分布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固定 39%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推 12%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摇 12%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微距 12%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移 9%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产品360 6%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7A"/>
                </a:solidFill>
              </a:rPr>
              <a:t>跟 3%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2971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7A"/>
                </a:solidFill>
              </a:rPr>
              <a:t>环绕 3%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10515600" cy="27432"/>
          </a:xfrm>
          <a:prstGeom prst="rect">
            <a:avLst/>
          </a:prstGeom>
          <a:solidFill>
            <a:srgbClr val="1E1E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灯位标注 100%覆盖 · 中近景=0(零人脸) · 固定镜头≤40%专业标准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8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灯位方案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A"/>
                </a:solidFill>
              </a:rPr>
              <a:t>镜头类型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A"/>
                </a:solidFill>
              </a:rPr>
              <a:t>主灯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A"/>
                </a:solidFill>
              </a:rPr>
              <a:t>辅灯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0" y="1005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A"/>
                </a:solidFill>
              </a:rPr>
              <a:t>光比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1005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A"/>
                </a:solidFill>
              </a:rPr>
              <a:t>机位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A"/>
                </a:solidFill>
              </a:rPr>
              <a:t>拍摄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reveal产品亮相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371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右前60°+标准罩+蜂巢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左侧柔光屏大面积补光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1371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3:1~4:1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仰拍15° 35mm F4.0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0" y="1371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10515600" cy="7315"/>
          </a:xfrm>
          <a:prstGeom prst="rect">
            <a:avLst/>
          </a:prstGeom>
          <a:solidFill>
            <a:srgbClr val="1E1E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0116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hook开场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右前50°+标准罩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2011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左侧柔光屏弱补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3:1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2011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仰拍10° 24mm F2.8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10515600" cy="7315"/>
          </a:xfrm>
          <a:prstGeom prst="rect">
            <a:avLst/>
          </a:prstGeom>
          <a:solidFill>
            <a:srgbClr val="1E1E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51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特写细节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2651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正前15°+大型柔光箱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2651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底部反光板补光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651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2:1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2651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俯拍45° 100mm F5.6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2651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10515600" cy="7315"/>
          </a:xfrm>
          <a:prstGeom prst="rect">
            <a:avLst/>
          </a:prstGeom>
          <a:solidFill>
            <a:srgbClr val="1E1E2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B-roll空镜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3291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右前40°+柔光箱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3291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左侧白色反光板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2918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2:1~3:1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3291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平视 50mm F2.8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0" y="3291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10515600" cy="7315"/>
          </a:xfrm>
          <a:prstGeom prst="rect">
            <a:avLst/>
          </a:prstGeom>
          <a:solidFill>
            <a:srgbClr val="1E1E2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A"/>
                </a:solidFill>
              </a:rPr>
              <a:t>主辅两盏灯 · 单灯场景标注'单灯布光' · 光比按镜头类型变化 · 色温5600K标准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网易严选 S9Game 电竞椅 · 创意提案</dc:title>
  <dc:subject>PptxGenJS Presentation</dc:subject>
  <dc:creator>赛博涛 · 数据驱动内容工厂</dc:creator>
  <cp:lastModifiedBy>赛博涛 · 数据驱动内容工厂</cp:lastModifiedBy>
  <cp:revision>1</cp:revision>
  <dcterms:created xsi:type="dcterms:W3CDTF">2026-05-26T10:09:36Z</dcterms:created>
  <dcterms:modified xsi:type="dcterms:W3CDTF">2026-05-26T10:09:36Z</dcterms:modified>
</cp:coreProperties>
</file>