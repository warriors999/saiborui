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数据驱动内容工厂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13716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Brief 到成片分镜，全链路 AI 自动化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48 模块 · 11,252 行 · 14 条 CLI · 51 次提交 · v1.0.0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短视频创作的四个痛点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417320"/>
            <a:ext cx="6949440" cy="6949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17320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72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1472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选题靠刷手机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783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每天花 2 小时刷视频找灵感，看到什么做什么，没有系统方法论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258568"/>
            <a:ext cx="6949440" cy="6949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258568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31343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2313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写稿靠熬夜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6243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 3 分钟脚本写 4–6 小时，修改多轮甲方还不满意，反复返工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099816"/>
            <a:ext cx="6949440" cy="6949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099816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154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11680" y="3154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审稿靠感觉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34655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口语化够不够？节奏好不好？电商味重不重？全凭个人经验，没有量化标准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941064"/>
            <a:ext cx="6949440" cy="6949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941064"/>
            <a:ext cx="69494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9959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0" y="3995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分镜靠经验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11680" y="43068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景别、运镜、灯位、时长全靠脑补，拍摄现场才发现对不上，临时重来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数据驱动内容工厂  |  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 AI 自动化管线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12801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每日日报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3080" y="1371600"/>
            <a:ext cx="12801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Brief分析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9008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1280160" cy="1097280"/>
          </a:xfrm>
          <a:prstGeom prst="rect">
            <a:avLst/>
          </a:prstGeom>
          <a:solidFill>
            <a:srgbClr val="1E40A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4人设×5格式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0740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1371600"/>
            <a:ext cx="12801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15项+修复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2472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1371600"/>
            <a:ext cx="12801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Word输出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4204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52360" y="1371600"/>
            <a:ext cx="128016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5236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Excel+SVG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2743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扔一个产品 Brief  →  自动出可直接拍摄的脚本和分镜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1480" y="3337560"/>
            <a:ext cx="15544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429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30s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1148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Brief→定稿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48840" y="3337560"/>
            <a:ext cx="15544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3429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14条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214884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CLI命令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86200" y="3337560"/>
            <a:ext cx="15544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86200" y="3429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8/11+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388620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质量关卡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23560" y="3337560"/>
            <a:ext cx="15544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3429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5轮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562356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自动修复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60920" y="3337560"/>
            <a:ext cx="15544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3429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3视角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736092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AI点映团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数据驱动内容工厂  |  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不是闭门造车 — 学习头部创作者方法论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402336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40233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影视飓风 MediaStorm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160人团队 · 年营收过亿 · 全网 4000 万粉丝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封面前置 — 先定封面再写内容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24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AI 概念片视觉对齐 — 消除沟通成本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083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AI 双轨制 — normal / experimental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924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HKRR + HAMD 创作框架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剪辑节奏公式 — 8s核心/20s背书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AI 点映团 — 3视角审稿 + 无趣时间表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402336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25880"/>
            <a:ext cx="402336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柱子哥 TzFilm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个人创作者 · 「信息不值钱，观点值钱」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240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每日选题日报 — 多源热点 6 维评分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624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观点注入 — 参数翻译成体验判断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0083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信息搬运检测 — 观点密度 &lt; 15% 不合格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3924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AI 工作流 — CLAUDE + CODEX + REMOTION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776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坚持真人出镜 — 跟 Tim 一样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数据驱动内容工厂  |  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核心能力矩阵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325880"/>
            <a:ext cx="41148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种人设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折腾到吐 · 硬核实测流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好设牛啊 · 设计美学导向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95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朋克 · 电竞燃向快节奏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551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超机懂 · 极客深度解说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1148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25880"/>
            <a:ext cx="54864" cy="1508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种格式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review 评测体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039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tierlist 榜单体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295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comparison 对比体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551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hkrr HKRR定位框架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807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hamd HAMD创作法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017520"/>
            <a:ext cx="41148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017520"/>
            <a:ext cx="54864" cy="1508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条铁律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口语化 · 体验主导 · 态度先行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730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剪辑节奏公式 · 观点驱动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9867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封面方向注入 · 禁词过滤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2428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AI时代信息不值钱，观点值钱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11480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017520"/>
            <a:ext cx="54864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项审核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8348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口语化 · 电商味 · 态度密度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730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长短句节奏 · 卖点覆盖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9867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信息搬运检测 · 口播时长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42428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质量关卡 ≥ 8/11 + 自动修复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数据驱动内容工厂  |  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数据闭环 — 每一次生成都在学习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25880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Analytics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6733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事件日志 JSONL，追踪每次 generate / storyboard / audit。查询 90 天历史数据。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analytics --matrix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67128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审计闭环 · 自动改进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项审核失败项写入日志 → 下次生成主动注入改进建议 → 越用越聪明。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258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「上次口语化挂了，这次注意短句」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898648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008376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08376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 × 品类交叉效能矩阵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3558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每个人设在各品类的通过率、字数分布、高频失败画像。数据驱动人设选择。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0998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每品类推荐最佳人设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739896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849624"/>
            <a:ext cx="786384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849624"/>
            <a:ext cx="78638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竞品学习 → Wiki 知识复利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41970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B站搜索 → 下载 → Whisper → 视觉/音频分析 → LLM解读 → Karpathy Wiki编译。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9410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568 chunks · 10品类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数据驱动内容工厂  |  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工程数据一览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48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371600"/>
            <a:ext cx="19202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11,252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60604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71600"/>
            <a:ext cx="19202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14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75488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371600"/>
            <a:ext cx="19202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59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9037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63240"/>
            <a:ext cx="19202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51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3063240"/>
            <a:ext cx="19202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568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260604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 chunks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06324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23+15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475488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脚本+分镜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3063240"/>
            <a:ext cx="1920240" cy="1463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306324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v1.0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6903720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数据驱动内容工厂  |  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9144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41732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17320"/>
            <a:ext cx="69494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4721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$ quick --brief 文件.txt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秒从 Brief 到 Word 定稿 — 新手三步出成品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24028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240280"/>
            <a:ext cx="69494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2951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$ topic-daily --focus tech -n 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243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每日选题日报 — 多源热点 6 维评分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06324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063240"/>
            <a:ext cx="6949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1810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$ analytics --matrix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472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 × 品类交叉效能 — 数据驱动人设选择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886200"/>
            <a:ext cx="694944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886200"/>
            <a:ext cx="6949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9410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$ audit 脚本.docx --audience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270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点映团 — 3 视角审稿 + 无趣时间表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663440"/>
            <a:ext cx="694944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920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· 数据驱动内容工厂  |  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负责信息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你负责态度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474720" y="2880360"/>
            <a:ext cx="21945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赛博瑞帮你把观点变成脚本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SF Mono, Consolas" pitchFamily="34" charset="0"/>
                <a:ea typeface="SF Mono, Consolas" pitchFamily="34" charset="-122"/>
                <a:cs typeface="SF Mono, Consolas" pitchFamily="34" charset="-120"/>
              </a:rPr>
              <a:t>github.com/Warriors999/saiborui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赛博瑞 · 数据驱动内容工厂</dc:title>
  <dc:subject>PptxGenJS Presentation</dc:subject>
  <dc:creator>D先生</dc:creator>
  <cp:lastModifiedBy>D先生</cp:lastModifiedBy>
  <cp:revision>1</cp:revision>
  <dcterms:created xsi:type="dcterms:W3CDTF">2026-05-30T15:15:14Z</dcterms:created>
  <dcterms:modified xsi:type="dcterms:W3CDTF">2026-05-30T15:15:14Z</dcterms:modified>
</cp:coreProperties>
</file>